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Melkamu Gizat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6C34B"/>
                </a:solidFill>
                <a:latin typeface="Arial"/>
              </a:defRPr>
            </a:pPr>
            <a:r>
              <a:t>Practical Farming Guide | ተግባራዊ የእርሻ መመሪያ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t>Crops • Poultry • Livestock • Farm tools • Farm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Crop production | የሰብል ምርት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Choose seed suited to your area and season; buy from trusted suppliers.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ለአካባቢዎና ለወቅቱ የሚስማማ ዘር ይምረጡ፤ ከታመነ አቅራቢ ይግዙ።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Plant at recommended spacing and depth; record planting dates.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በተመከረው ርቀትና ጥልቀት ይዝሩ፤ የዘሩበትን ቀን ይመዝግቡ።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Soil &amp; water | አፈርና ውሃ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Use mature compost/manure when appropriate; seek soil-test or extension advice before fertilizer use.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ተስማሚ ሲሆን የበሰበሰ ኮምፖስት/ፍግ ይጠቀሙ፤ ማዳበሪያ ከመጠቀም በፊት ምክር ይውሰዱ።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Water adequately, prevent waterlogging, and consider mulch to reduce evaporation.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በቂ ውሃ ይስጡ፣ ውሃ እንዳይቆም ይጠንቀቁ፣ ሽፋንም ይጠቀሙ።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Poultry | የዶሮ እርባታ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Provide clean water, balanced feed, ventilation, dry litter, and enough space.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ንጹህ ውሃ፣ የተመጣጠነ መኖ፣ አየር ማስገቢያ፣ ደረቅ ወለልና በቂ ቦታ ያቅርቡ።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Separate sick birds and follow vaccination advice from local animal-health professionals.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የታመሙ ዶሮዎችን ለይተው ያቆዩ፤ የክትባት ምክርን ይከተሉ።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Livestock | የእንስሳት እርባታ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Provide suitable feed, clean water, shade/shelter, and regular observation.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ተስማሚ መኖ፣ ንጹህ ውሃ፣ ጥላ/መጠለያ እና የዕለት ተዕለት ክትትል ያቅርቡ።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Contact a veterinarian for illness, difficult birth, or sudden deaths.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ህመም፣ የወሊድ ችግር ወይም ድንገተኛ ሞት ሲኖር የእንስሳት ሐኪም ያማክሩ።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Farm products &amp; tools | የእርሻ ግብዓቶች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Examples: improved seeds, hand tools, irrigation kits, watering cans, poultry feeders/drinkers, gloves and boots.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ምሳሌዎች፦ የተሻሻሉ ዘሮች፣ የእጅ መሣሪያዎች፣ የመስኖ ኪት፣ የውሃ መስጫ፣ የዶሮ መኖ/ውሃ መስጫ፣ ጓንትና ቦት።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Compare quality, warranty, availability and total cost with reputable suppliers.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ጥራት፣ ዋስትና፣ አቅርቦትና ጠቅላላ ዋጋ ያነጻጽሩ።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Farm business | የእርሻ ንግድ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628"/>
                </a:solidFill>
                <a:latin typeface="Arial"/>
              </a:defRPr>
            </a:pPr>
            <a:r>
              <a:t>Melkamu Gizat Agriculture | English + አማርኛ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Record purchases, labor, harvest, sales and customers. Profit = sales income − all costs.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ግዢ፣ የሠራተኛ ወጪ፣ ምርት፣ ሽያጭና ደንበኞችን ይመዝግቡ። ትርፍ = ገቢ − ወጪ።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Ask local agricultural extension or veterinary professionals for location-specific guidance.</a:t>
            </a:r>
          </a:p>
          <a:p>
            <a:pPr>
              <a:spcAft>
                <a:spcPts val="1400"/>
              </a:spcAft>
              <a:defRPr sz="1800">
                <a:solidFill>
                  <a:srgbClr val="1E3628"/>
                </a:solidFill>
                <a:latin typeface="Arial"/>
              </a:defRPr>
            </a:pPr>
            <a:r>
              <a:t>ለአካባቢዎ የሚስማማ ምክር ከግብርና ወይም ከእንስሳት ጤና ባለሙያ ያግኙ።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6B3A"/>
                </a:solidFill>
                <a:latin typeface="Arial"/>
              </a:defRPr>
            </a:pPr>
            <a:r>
              <a:t>Important note | አስፈላጊ ማስታወሻ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98480" cy="46634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3628"/>
                </a:solidFill>
                <a:latin typeface="Arial"/>
              </a:defRPr>
            </a:pPr>
            <a:r>
              <a:t>This is general educational information, not a substitute for local extension or veterinary advice.</a:t>
            </a:r>
          </a:p>
          <a:p>
            <a:pPr>
              <a:spcAft>
                <a:spcPts val="1400"/>
              </a:spcAft>
              <a:defRPr sz="2000">
                <a:solidFill>
                  <a:srgbClr val="1E3628"/>
                </a:solidFill>
                <a:latin typeface="Arial"/>
              </a:defRPr>
            </a:pPr>
            <a:r>
              <a:t>ይህ አጠቃላይ መረጃ ነው፤ የአካባቢ ባለሙያ ምክርን አይተካም።</a:t>
            </a:r>
          </a:p>
          <a:p>
            <a:pPr>
              <a:spcAft>
                <a:spcPts val="1400"/>
              </a:spcAft>
              <a:defRPr sz="2000">
                <a:solidFill>
                  <a:srgbClr val="1E3628"/>
                </a:solidFill>
                <a:latin typeface="Arial"/>
              </a:defRPr>
            </a:pPr>
            <a:r>
              <a:t>Follow product labels, local regulations, and professional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